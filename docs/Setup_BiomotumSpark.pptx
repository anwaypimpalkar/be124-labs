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85" r:id="rId3"/>
    <p:sldId id="258" r:id="rId4"/>
    <p:sldId id="268" r:id="rId5"/>
    <p:sldId id="259" r:id="rId6"/>
    <p:sldId id="269" r:id="rId7"/>
    <p:sldId id="261" r:id="rId8"/>
    <p:sldId id="262" r:id="rId9"/>
    <p:sldId id="270" r:id="rId10"/>
    <p:sldId id="282" r:id="rId11"/>
    <p:sldId id="265" r:id="rId12"/>
    <p:sldId id="266" r:id="rId13"/>
    <p:sldId id="271" r:id="rId14"/>
    <p:sldId id="277" r:id="rId15"/>
    <p:sldId id="278" r:id="rId16"/>
    <p:sldId id="279" r:id="rId17"/>
    <p:sldId id="280" r:id="rId18"/>
    <p:sldId id="286" r:id="rId19"/>
    <p:sldId id="281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DA49-5DFA-2039-BFD7-5E0866676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A7795-B443-2C73-7306-80E816931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995E-C674-9B2D-EBAC-F004D09A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E6985-EDE9-493E-77E4-51B1EDAF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AABA-8936-9078-070B-8DA458E7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00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9CCA-1378-0FC6-5519-5E3775EB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80EE-167D-30C1-4894-A8D677C9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  <a:lvl2pPr>
              <a:defRPr>
                <a:latin typeface="Helvetica" pitchFamily="2" charset="0"/>
              </a:defRPr>
            </a:lvl2pPr>
            <a:lvl3pPr>
              <a:defRPr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6252B-21D3-5801-51A3-F7BA5769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4EC766B4-FB7A-B44F-8D88-2AE1D084E11B}" type="datetimeFigureOut">
              <a:rPr lang="en-US" smtClean="0"/>
              <a:pPr/>
              <a:t>12/8/25</a:t>
            </a:fld>
            <a:endParaRPr lang="en-US">
              <a:latin typeface="Helvetica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D4ED3-751E-80E4-3FD1-158FA15A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endParaRPr lang="en-US">
              <a:latin typeface="Helvetica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7DC63-1226-3E3C-8C0E-7DF6C7A1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2F57D66C-C7B4-8F4F-86C7-F527F65BD6C8}" type="slidenum">
              <a:rPr lang="en-US" smtClean="0"/>
              <a:pPr/>
              <a:t>‹#›</a:t>
            </a:fld>
            <a:endParaRPr lang="en-US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01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BB52-9142-1DAB-2AE2-8AC57FD3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090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FA64-BE08-B044-07FA-4B944FBB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E8BC-7C02-FC82-E35A-23DFD201D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CB8F5-81ED-3D93-251A-3FE72B782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BFCAC-24E1-F272-A1F1-BFCCE353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276DE-8187-8F0C-79ED-F5A2DE3B4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52AF6-6DAA-7802-AE7C-163AB7E4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5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E219-2C1E-C00D-FEA4-CA4A129E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21193-5554-C22A-D762-704C708ED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27C99-680C-4BA1-328E-04C819BEC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2DA32-70E8-9AB9-F231-67AF830D2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2824A-BFDA-88EF-442C-AC5391FF0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E6D7A-0DBA-3263-CB6D-D0B88E0B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AD51F-657B-A628-9FF2-C5F763C4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558C3-B078-BEE2-2E47-2430A175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6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4F44-992C-20EA-EC9B-85457013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3F6A3-1F1A-CC9B-8B6A-50313E74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0BC1D-474D-3D4D-5001-DC3DFF98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CC21E-3B41-31ED-6090-5CE82837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1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CBFA7-EDD9-60BE-CD9F-506FF56D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0D9C4-C6C2-3EB1-F26A-E90ABC77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0529-6AE6-A0BB-7FD9-56C6FDA1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4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2E5D-C462-B17F-6763-B1D0AF79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C89C5-C0AD-0457-E15F-0979B5F89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2F19E-C5A4-8AD9-FD60-DA0DA56C6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63E91-D007-DDDE-94D1-8EE9F021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4990E-0419-5B67-2D33-2F69C868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3AB8-15EA-BFD5-B19F-5567ABF6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0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638F-225F-B32D-E85D-D9DC7E98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915A75-35B8-1AD5-2EED-91B8D571F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E0DE2-D807-79A1-5382-44C919A2A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590B4-EBC7-4945-7C19-584AC8E0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6561B-BE32-82DE-1477-9501CA8E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1CB6-4049-5B10-A5BF-BDF6A07F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3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0F63-6AD9-9992-33AD-9D538A42D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6E13C-AF00-34E9-A303-06359AD3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430B4-A1F3-EE7A-3976-23C77C44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327EF-197E-1226-0E2D-10873318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3C63B-85D9-FF5A-C515-B35CEA55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9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B2180-98DE-FF78-D453-A3AE982CB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EE069-18A4-61E9-10B3-F842761E0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0713-2BDD-F170-843B-960810AF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C766B4-FB7A-B44F-8D88-2AE1D084E11B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BE7D0-4C94-AB48-CD4B-31D63BC3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BD0E8-91AF-65B2-5ADD-74088E56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7D66C-C7B4-8F4F-86C7-F527F65BD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05857-D7F2-2056-CD36-146F62C1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" y="136525"/>
            <a:ext cx="11973560" cy="762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807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F59241-79A5-A8AC-1575-06D713E6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2178961"/>
            <a:ext cx="11353800" cy="1915205"/>
          </a:xfrm>
        </p:spPr>
        <p:txBody>
          <a:bodyPr anchor="ctr"/>
          <a:lstStyle/>
          <a:p>
            <a:pPr algn="ctr"/>
            <a:r>
              <a:rPr lang="en-US" b="1" dirty="0"/>
              <a:t>Setting up and using the Biomotum Spark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CA05F-79A8-D6E7-DE9D-F4A229E15D65}"/>
              </a:ext>
            </a:extLst>
          </p:cNvPr>
          <p:cNvSpPr txBox="1"/>
          <p:nvPr/>
        </p:nvSpPr>
        <p:spPr>
          <a:xfrm>
            <a:off x="4340937" y="4679039"/>
            <a:ext cx="3510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Anway Pimpalkar</a:t>
            </a:r>
          </a:p>
        </p:txBody>
      </p:sp>
    </p:spTree>
    <p:extLst>
      <p:ext uri="{BB962C8B-B14F-4D97-AF65-F5344CB8AC3E}">
        <p14:creationId xmlns:p14="http://schemas.microsoft.com/office/powerpoint/2010/main" val="380119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65A7-2AFE-97BE-4BAA-8F6F3392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A27DD7-4802-9DA6-AB5E-4F844671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the Biomotum Spark</a:t>
            </a:r>
          </a:p>
        </p:txBody>
      </p:sp>
    </p:spTree>
    <p:extLst>
      <p:ext uri="{BB962C8B-B14F-4D97-AF65-F5344CB8AC3E}">
        <p14:creationId xmlns:p14="http://schemas.microsoft.com/office/powerpoint/2010/main" val="60936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487A-CD9E-5825-38EC-72A2E819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2D7C-A786-AFE9-FE32-8588C61E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the Biomotum Spark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32FEBE-61EE-83F3-531A-0AA9E45A5ABC}"/>
              </a:ext>
            </a:extLst>
          </p:cNvPr>
          <p:cNvGrpSpPr/>
          <p:nvPr/>
        </p:nvGrpSpPr>
        <p:grpSpPr>
          <a:xfrm>
            <a:off x="186900" y="965835"/>
            <a:ext cx="11818201" cy="5669579"/>
            <a:chOff x="109220" y="815227"/>
            <a:chExt cx="11818201" cy="5669579"/>
          </a:xfrm>
        </p:grpSpPr>
        <p:pic>
          <p:nvPicPr>
            <p:cNvPr id="5" name="Picture 4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C1A82F71-36DD-3FB8-D68F-767231C11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220" y="817581"/>
              <a:ext cx="3510125" cy="5029872"/>
            </a:xfrm>
            <a:prstGeom prst="rect">
              <a:avLst/>
            </a:prstGeom>
          </p:spPr>
        </p:pic>
        <p:pic>
          <p:nvPicPr>
            <p:cNvPr id="7" name="Picture 6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9FF1CE3F-43A2-8882-9AEF-4F309AA9D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2751" y="815228"/>
              <a:ext cx="3510125" cy="502987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A664E6-578E-D0EB-22F6-4835ADFAA819}"/>
                </a:ext>
              </a:extLst>
            </p:cNvPr>
            <p:cNvSpPr txBox="1"/>
            <p:nvPr/>
          </p:nvSpPr>
          <p:spPr>
            <a:xfrm>
              <a:off x="109220" y="5900031"/>
              <a:ext cx="3510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Helvetica" pitchFamily="2" charset="0"/>
                </a:rPr>
                <a:t>Power on the Spark waist unit</a:t>
              </a:r>
            </a:p>
            <a:p>
              <a:pPr algn="ctr"/>
              <a:r>
                <a:rPr lang="en-US" sz="1600" dirty="0">
                  <a:latin typeface="Helvetica" pitchFamily="2" charset="0"/>
                </a:rPr>
                <a:t>Turn on Bluetooth on the host</a:t>
              </a:r>
            </a:p>
          </p:txBody>
        </p:sp>
        <p:pic>
          <p:nvPicPr>
            <p:cNvPr id="10" name="Picture 9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BA48CD64-0FCC-4197-46CE-640C25707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36283" y="815227"/>
              <a:ext cx="3391138" cy="502987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C73ECE2-1292-4E51-7656-6F84D346AE73}"/>
              </a:ext>
            </a:extLst>
          </p:cNvPr>
          <p:cNvSpPr/>
          <p:nvPr/>
        </p:nvSpPr>
        <p:spPr>
          <a:xfrm>
            <a:off x="9255282" y="2657139"/>
            <a:ext cx="2108499" cy="3334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EB8CE-3DD4-57AE-34FF-124D3836061D}"/>
              </a:ext>
            </a:extLst>
          </p:cNvPr>
          <p:cNvSpPr/>
          <p:nvPr/>
        </p:nvSpPr>
        <p:spPr>
          <a:xfrm>
            <a:off x="5099511" y="2737821"/>
            <a:ext cx="2108499" cy="3334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0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C16F-18A6-2292-30B6-B0E7BB14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C98B00-D97D-15FB-BE61-D2F68A6F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Scripting Control</a:t>
            </a:r>
          </a:p>
        </p:txBody>
      </p:sp>
    </p:spTree>
    <p:extLst>
      <p:ext uri="{BB962C8B-B14F-4D97-AF65-F5344CB8AC3E}">
        <p14:creationId xmlns:p14="http://schemas.microsoft.com/office/powerpoint/2010/main" val="33302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24BA-D431-08B8-7F64-3765224D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5611-6E41-2F93-1F9F-63354C0F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“Scripting Control” to use the Python API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E3B6EE-A7C6-970B-4BF8-FF7D3C5D5C11}"/>
              </a:ext>
            </a:extLst>
          </p:cNvPr>
          <p:cNvGrpSpPr/>
          <p:nvPr/>
        </p:nvGrpSpPr>
        <p:grpSpPr>
          <a:xfrm>
            <a:off x="2013794" y="1075429"/>
            <a:ext cx="8164411" cy="5029873"/>
            <a:chOff x="2045956" y="1064671"/>
            <a:chExt cx="8164411" cy="5029873"/>
          </a:xfrm>
        </p:grpSpPr>
        <p:pic>
          <p:nvPicPr>
            <p:cNvPr id="6" name="Picture 5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75E7217B-88D8-1522-5C64-13254C65B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6591" y="1064671"/>
              <a:ext cx="3343776" cy="5029873"/>
            </a:xfrm>
            <a:prstGeom prst="rect">
              <a:avLst/>
            </a:prstGeom>
          </p:spPr>
        </p:pic>
        <p:pic>
          <p:nvPicPr>
            <p:cNvPr id="14" name="Picture 13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450561DB-966D-F767-114B-7A623AD2C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5956" y="1064671"/>
              <a:ext cx="3391138" cy="502987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B196DA-CDB3-AADA-FCE9-81E607FB2417}"/>
                </a:ext>
              </a:extLst>
            </p:cNvPr>
            <p:cNvSpPr/>
            <p:nvPr/>
          </p:nvSpPr>
          <p:spPr>
            <a:xfrm>
              <a:off x="8525435" y="4386431"/>
              <a:ext cx="1190303" cy="30927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5EE25E7-84DD-14BE-58B0-7894B4A436D7}"/>
                </a:ext>
              </a:extLst>
            </p:cNvPr>
            <p:cNvCxnSpPr/>
            <p:nvPr/>
          </p:nvCxnSpPr>
          <p:spPr>
            <a:xfrm flipH="1">
              <a:off x="4808667" y="4034118"/>
              <a:ext cx="398033" cy="23666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649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38B8D-6F01-5247-1891-7D5466A0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C9437-8ECC-B88D-5CA9-D37D9F6C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new user</a:t>
            </a:r>
          </a:p>
        </p:txBody>
      </p:sp>
    </p:spTree>
    <p:extLst>
      <p:ext uri="{BB962C8B-B14F-4D97-AF65-F5344CB8AC3E}">
        <p14:creationId xmlns:p14="http://schemas.microsoft.com/office/powerpoint/2010/main" val="132217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17F0-B3FC-7F19-BE97-6FB0A4CE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88A4-FF63-684B-C1D5-42B55DD5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new user (1 of 2)</a:t>
            </a:r>
          </a:p>
        </p:txBody>
      </p:sp>
      <p:pic>
        <p:nvPicPr>
          <p:cNvPr id="14" name="Picture 1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6579CC6-46AD-AE37-2CE5-DE768107B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9" y="1075427"/>
            <a:ext cx="3391138" cy="5029873"/>
          </a:xfrm>
          <a:prstGeom prst="rect">
            <a:avLst/>
          </a:prstGeom>
        </p:spPr>
      </p:pic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C092ADC5-3E9E-8F39-E964-E84660929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805" y="1075427"/>
            <a:ext cx="3267997" cy="5029873"/>
          </a:xfrm>
          <a:prstGeom prst="rect">
            <a:avLst/>
          </a:prstGeom>
        </p:spPr>
      </p:pic>
      <p:pic>
        <p:nvPicPr>
          <p:cNvPr id="8" name="Picture 7" descr="A screenshot of a device&#10;&#10;AI-generated content may be incorrect.">
            <a:extLst>
              <a:ext uri="{FF2B5EF4-FFF2-40B4-BE49-F238E27FC236}">
                <a16:creationId xmlns:a16="http://schemas.microsoft.com/office/drawing/2014/main" id="{93FD7D0A-FBDC-70AA-4D72-756ECA1D1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070" y="1075426"/>
            <a:ext cx="3251915" cy="502987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708A40-0E92-FEED-CB66-CCB2313D4B1D}"/>
              </a:ext>
            </a:extLst>
          </p:cNvPr>
          <p:cNvCxnSpPr/>
          <p:nvPr/>
        </p:nvCxnSpPr>
        <p:spPr>
          <a:xfrm flipH="1">
            <a:off x="2936836" y="3192332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273418-C625-C416-0BCD-3184AE3EB9FE}"/>
              </a:ext>
            </a:extLst>
          </p:cNvPr>
          <p:cNvCxnSpPr/>
          <p:nvPr/>
        </p:nvCxnSpPr>
        <p:spPr>
          <a:xfrm flipH="1">
            <a:off x="6467501" y="3590363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73F5D6-08BF-0D2B-5888-5862763BE511}"/>
              </a:ext>
            </a:extLst>
          </p:cNvPr>
          <p:cNvCxnSpPr/>
          <p:nvPr/>
        </p:nvCxnSpPr>
        <p:spPr>
          <a:xfrm flipH="1">
            <a:off x="10273552" y="4528969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03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7F76-99D7-C544-D917-3040C57A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2126-B782-31C8-15ED-A1AFD50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new user (2 of 2)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28772-5A8F-6539-99E5-F7BE6ADEF0DE}"/>
              </a:ext>
            </a:extLst>
          </p:cNvPr>
          <p:cNvGrpSpPr/>
          <p:nvPr/>
        </p:nvGrpSpPr>
        <p:grpSpPr>
          <a:xfrm>
            <a:off x="2478798" y="1172244"/>
            <a:ext cx="7234404" cy="5029874"/>
            <a:chOff x="2543713" y="1032394"/>
            <a:chExt cx="7234404" cy="5029874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F9E9C3F-B820-24AE-60C5-96A6C6E6D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3713" y="1032394"/>
              <a:ext cx="3251915" cy="5029874"/>
            </a:xfrm>
            <a:prstGeom prst="rect">
              <a:avLst/>
            </a:prstGeom>
          </p:spPr>
        </p:pic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A57E3BD-D3A1-4316-D8EC-228DD1815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6202" y="1032394"/>
              <a:ext cx="3251915" cy="5029874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E11DA6-86B0-2DC3-4FD0-87BD77C0ABB7}"/>
              </a:ext>
            </a:extLst>
          </p:cNvPr>
          <p:cNvCxnSpPr/>
          <p:nvPr/>
        </p:nvCxnSpPr>
        <p:spPr>
          <a:xfrm flipH="1">
            <a:off x="4571999" y="5346550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97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1202-880E-4619-A47A-58DD0763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6E5670-C8E0-78C8-1EDF-38780930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proportional control session</a:t>
            </a:r>
          </a:p>
        </p:txBody>
      </p:sp>
    </p:spTree>
    <p:extLst>
      <p:ext uri="{BB962C8B-B14F-4D97-AF65-F5344CB8AC3E}">
        <p14:creationId xmlns:p14="http://schemas.microsoft.com/office/powerpoint/2010/main" val="187432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73BF4-0256-9757-8B65-72FB5FC1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646C-CE5B-9496-782A-642D1206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(1 of 4)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60A8751-1457-BE00-B83B-AF0610AB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9" y="1075427"/>
            <a:ext cx="3391138" cy="5029873"/>
          </a:xfrm>
          <a:prstGeom prst="rect">
            <a:avLst/>
          </a:prstGeom>
        </p:spPr>
      </p:pic>
      <p:pic>
        <p:nvPicPr>
          <p:cNvPr id="5" name="Picture 4" descr="A screenshot of a device&#10;&#10;AI-generated content may be incorrect.">
            <a:extLst>
              <a:ext uri="{FF2B5EF4-FFF2-40B4-BE49-F238E27FC236}">
                <a16:creationId xmlns:a16="http://schemas.microsoft.com/office/drawing/2014/main" id="{227FE034-F05C-8406-4A1C-BA11A092D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805" y="1075427"/>
            <a:ext cx="3267997" cy="502987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FF2A51-9CD7-2029-17B4-81A5AD360C0A}"/>
              </a:ext>
            </a:extLst>
          </p:cNvPr>
          <p:cNvCxnSpPr/>
          <p:nvPr/>
        </p:nvCxnSpPr>
        <p:spPr>
          <a:xfrm flipH="1">
            <a:off x="2936836" y="3192332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9FE303-F3EA-FDCE-A9C5-3E6397B07D7C}"/>
              </a:ext>
            </a:extLst>
          </p:cNvPr>
          <p:cNvCxnSpPr/>
          <p:nvPr/>
        </p:nvCxnSpPr>
        <p:spPr>
          <a:xfrm flipH="1">
            <a:off x="6467501" y="3590363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device&#10;&#10;AI-generated content may be incorrect.">
            <a:extLst>
              <a:ext uri="{FF2B5EF4-FFF2-40B4-BE49-F238E27FC236}">
                <a16:creationId xmlns:a16="http://schemas.microsoft.com/office/drawing/2014/main" id="{7638EEC4-275C-50E4-BD16-652E14C18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070" y="1075425"/>
            <a:ext cx="3247256" cy="502987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75F5DE-012C-13A7-7016-E33C2490AF19}"/>
              </a:ext>
            </a:extLst>
          </p:cNvPr>
          <p:cNvCxnSpPr/>
          <p:nvPr/>
        </p:nvCxnSpPr>
        <p:spPr>
          <a:xfrm flipH="1">
            <a:off x="10865330" y="3590363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43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019E-8F85-B269-2955-79F0EB9E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D864-D6F8-DD67-EFE3-F666C4B8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proportional control session (2 of 4)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832471-2213-D287-53C7-9D438D0C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077" y="914063"/>
            <a:ext cx="3251915" cy="5029874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86B4E5A-BDD7-6080-9A22-88C9B86E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241" y="914063"/>
            <a:ext cx="3316400" cy="50298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6351F7-C09A-0AE7-BD33-49EDEDC79A9D}"/>
              </a:ext>
            </a:extLst>
          </p:cNvPr>
          <p:cNvCxnSpPr/>
          <p:nvPr/>
        </p:nvCxnSpPr>
        <p:spPr>
          <a:xfrm flipH="1">
            <a:off x="5542535" y="1514137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699C7B-2579-7FDD-5FA5-D974F295C3BA}"/>
              </a:ext>
            </a:extLst>
          </p:cNvPr>
          <p:cNvCxnSpPr/>
          <p:nvPr/>
        </p:nvCxnSpPr>
        <p:spPr>
          <a:xfrm flipH="1">
            <a:off x="6435420" y="5160980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415DB2-15DE-7CC7-4E7C-6DDED07FD84C}"/>
              </a:ext>
            </a:extLst>
          </p:cNvPr>
          <p:cNvCxnSpPr/>
          <p:nvPr/>
        </p:nvCxnSpPr>
        <p:spPr>
          <a:xfrm flipH="1">
            <a:off x="10512615" y="4732467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shot of a device&#10;&#10;AI-generated content may be incorrect.">
            <a:extLst>
              <a:ext uri="{FF2B5EF4-FFF2-40B4-BE49-F238E27FC236}">
                <a16:creationId xmlns:a16="http://schemas.microsoft.com/office/drawing/2014/main" id="{7A2365FF-7E1C-9B0A-EC67-A8300B51A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13" y="928966"/>
            <a:ext cx="3251915" cy="502987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925196-5234-5E2D-6976-76CA0FCB5227}"/>
              </a:ext>
            </a:extLst>
          </p:cNvPr>
          <p:cNvCxnSpPr/>
          <p:nvPr/>
        </p:nvCxnSpPr>
        <p:spPr>
          <a:xfrm flipH="1">
            <a:off x="2512365" y="3680571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83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FBD8-FDC6-D2F7-9DAB-7072F14C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6F76-E822-014B-00F1-4CBF10E5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proportional control session (3 of 4)</a:t>
            </a:r>
          </a:p>
        </p:txBody>
      </p:sp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5595744A-0B9A-7A5B-6CEF-A60077D64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7" y="1529118"/>
            <a:ext cx="3614295" cy="4168588"/>
          </a:xfrm>
          <a:prstGeom prst="rect">
            <a:avLst/>
          </a:prstGeom>
        </p:spPr>
      </p:pic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53965A98-F288-7B60-CA43-DF7DE46B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852" y="1529118"/>
            <a:ext cx="3614296" cy="4168590"/>
          </a:xfrm>
          <a:prstGeom prst="rect">
            <a:avLst/>
          </a:prstGeom>
        </p:spPr>
      </p:pic>
      <p:pic>
        <p:nvPicPr>
          <p:cNvPr id="8" name="Picture 7" descr="A screenshot of a screen&#10;&#10;AI-generated content may be incorrect.">
            <a:extLst>
              <a:ext uri="{FF2B5EF4-FFF2-40B4-BE49-F238E27FC236}">
                <a16:creationId xmlns:a16="http://schemas.microsoft.com/office/drawing/2014/main" id="{9452DB35-CB7D-9E74-A423-822D02EDF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588" y="1529118"/>
            <a:ext cx="3614297" cy="41685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0D7EDC-65BD-DD5F-AE9F-2B7508E13816}"/>
              </a:ext>
            </a:extLst>
          </p:cNvPr>
          <p:cNvCxnSpPr/>
          <p:nvPr/>
        </p:nvCxnSpPr>
        <p:spPr>
          <a:xfrm flipH="1">
            <a:off x="2799016" y="4962349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F96123-3180-0F16-F4BD-E2407616308B}"/>
              </a:ext>
            </a:extLst>
          </p:cNvPr>
          <p:cNvCxnSpPr/>
          <p:nvPr/>
        </p:nvCxnSpPr>
        <p:spPr>
          <a:xfrm flipH="1">
            <a:off x="10277501" y="4809821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89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E43A-0B1D-63EA-10D3-5EC37A21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proportional control session (4 of 4)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70A30A-68FC-AB86-950E-1CAC40AFD2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7"/>
          <a:stretch>
            <a:fillRect/>
          </a:stretch>
        </p:blipFill>
        <p:spPr>
          <a:xfrm>
            <a:off x="431949" y="1247888"/>
            <a:ext cx="7772400" cy="4851698"/>
          </a:xfrm>
          <a:prstGeom prst="rect">
            <a:avLst/>
          </a:prstGeom>
        </p:spPr>
      </p:pic>
      <p:pic>
        <p:nvPicPr>
          <p:cNvPr id="1026" name="Picture 2" descr="Python Logo and symbol, meaning, history, PNG, brand">
            <a:extLst>
              <a:ext uri="{FF2B5EF4-FFF2-40B4-BE49-F238E27FC236}">
                <a16:creationId xmlns:a16="http://schemas.microsoft.com/office/drawing/2014/main" id="{41753F0D-DD08-A6A4-BC4E-B3980CE4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175" y="2418679"/>
            <a:ext cx="2524460" cy="157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CCF8A-FDAE-E4DD-413B-16A08D191EF2}"/>
              </a:ext>
            </a:extLst>
          </p:cNvPr>
          <p:cNvSpPr txBox="1"/>
          <p:nvPr/>
        </p:nvSpPr>
        <p:spPr>
          <a:xfrm>
            <a:off x="8742759" y="3704078"/>
            <a:ext cx="301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Once the trial has started, you can run your Python Script.</a:t>
            </a:r>
          </a:p>
        </p:txBody>
      </p:sp>
    </p:spTree>
    <p:extLst>
      <p:ext uri="{BB962C8B-B14F-4D97-AF65-F5344CB8AC3E}">
        <p14:creationId xmlns:p14="http://schemas.microsoft.com/office/powerpoint/2010/main" val="315351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E77D-FF41-BE26-F282-10D79A5E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280C9-156B-5A55-0D1B-4AB248B2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</a:t>
            </a:r>
          </a:p>
        </p:txBody>
      </p:sp>
    </p:spTree>
    <p:extLst>
      <p:ext uri="{BB962C8B-B14F-4D97-AF65-F5344CB8AC3E}">
        <p14:creationId xmlns:p14="http://schemas.microsoft.com/office/powerpoint/2010/main" val="4113813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6CB9-8037-3C12-E5BB-8A6AE325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F52B-8C63-64BD-8B81-2FF0FED4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(1 of 5)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F476664-3681-BB4D-D121-094E9ADB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9" y="1075427"/>
            <a:ext cx="3391138" cy="5029873"/>
          </a:xfrm>
          <a:prstGeom prst="rect">
            <a:avLst/>
          </a:prstGeom>
        </p:spPr>
      </p:pic>
      <p:pic>
        <p:nvPicPr>
          <p:cNvPr id="5" name="Picture 4" descr="A screenshot of a device&#10;&#10;AI-generated content may be incorrect.">
            <a:extLst>
              <a:ext uri="{FF2B5EF4-FFF2-40B4-BE49-F238E27FC236}">
                <a16:creationId xmlns:a16="http://schemas.microsoft.com/office/drawing/2014/main" id="{A4B82C01-C2A0-C206-0337-857BE9E1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805" y="1075427"/>
            <a:ext cx="3267997" cy="502987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BF729E-C2E0-58A7-9899-B008A5FC5263}"/>
              </a:ext>
            </a:extLst>
          </p:cNvPr>
          <p:cNvCxnSpPr/>
          <p:nvPr/>
        </p:nvCxnSpPr>
        <p:spPr>
          <a:xfrm flipH="1">
            <a:off x="2936836" y="3192332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545E1A-A2E5-09EA-BF29-FFCF84AAA33A}"/>
              </a:ext>
            </a:extLst>
          </p:cNvPr>
          <p:cNvCxnSpPr/>
          <p:nvPr/>
        </p:nvCxnSpPr>
        <p:spPr>
          <a:xfrm flipH="1">
            <a:off x="6467501" y="3590363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device&#10;&#10;AI-generated content may be incorrect.">
            <a:extLst>
              <a:ext uri="{FF2B5EF4-FFF2-40B4-BE49-F238E27FC236}">
                <a16:creationId xmlns:a16="http://schemas.microsoft.com/office/drawing/2014/main" id="{199A4446-1EE7-24BF-3B9A-4C5ECFC7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070" y="1075425"/>
            <a:ext cx="3247256" cy="502987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749A82-2AED-E52F-515A-5CB3261D0049}"/>
              </a:ext>
            </a:extLst>
          </p:cNvPr>
          <p:cNvCxnSpPr/>
          <p:nvPr/>
        </p:nvCxnSpPr>
        <p:spPr>
          <a:xfrm flipH="1">
            <a:off x="10832673" y="4504763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211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F654-ADAD-0E4F-5A11-D85BC2B4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A883-399E-18E9-1F7C-06E73F87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(2 of 5)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ADB5BB-A311-7453-B651-467C002F7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085" y="914063"/>
            <a:ext cx="3251915" cy="5029874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183FD0-6EF2-A3CA-FB84-A19F2384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49" y="914063"/>
            <a:ext cx="3316400" cy="50298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DE13C4-F15A-5A0B-9044-889170EAD895}"/>
              </a:ext>
            </a:extLst>
          </p:cNvPr>
          <p:cNvCxnSpPr/>
          <p:nvPr/>
        </p:nvCxnSpPr>
        <p:spPr>
          <a:xfrm flipH="1">
            <a:off x="5461543" y="1514137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410EDE-18A6-ECDC-5130-D6BDD9653E2E}"/>
              </a:ext>
            </a:extLst>
          </p:cNvPr>
          <p:cNvCxnSpPr/>
          <p:nvPr/>
        </p:nvCxnSpPr>
        <p:spPr>
          <a:xfrm flipH="1">
            <a:off x="6354428" y="5160980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081700-350F-42E4-8F3A-98D88197C750}"/>
              </a:ext>
            </a:extLst>
          </p:cNvPr>
          <p:cNvCxnSpPr/>
          <p:nvPr/>
        </p:nvCxnSpPr>
        <p:spPr>
          <a:xfrm flipH="1">
            <a:off x="10774523" y="3547334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device&#10;&#10;AI-generated content may be incorrect.">
            <a:extLst>
              <a:ext uri="{FF2B5EF4-FFF2-40B4-BE49-F238E27FC236}">
                <a16:creationId xmlns:a16="http://schemas.microsoft.com/office/drawing/2014/main" id="{B5A6747B-2646-07DE-208E-70046B1C6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21" y="914063"/>
            <a:ext cx="3251915" cy="502987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3D88A3-CBF0-A0AA-9D1C-D2CBB5777899}"/>
              </a:ext>
            </a:extLst>
          </p:cNvPr>
          <p:cNvCxnSpPr/>
          <p:nvPr/>
        </p:nvCxnSpPr>
        <p:spPr>
          <a:xfrm flipH="1">
            <a:off x="2431373" y="3665668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395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BD6C-6AAB-1759-1C60-AAB511A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2C27-1949-A7B6-2CE0-F76C2E2C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(3 of 5)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AE0A35-3995-1250-50B6-04E9DBC90A98}"/>
              </a:ext>
            </a:extLst>
          </p:cNvPr>
          <p:cNvCxnSpPr/>
          <p:nvPr/>
        </p:nvCxnSpPr>
        <p:spPr>
          <a:xfrm flipH="1">
            <a:off x="13570430" y="9032968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8D8ABB-C687-71D4-ABBC-C31180D90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33" y="1529118"/>
            <a:ext cx="6350869" cy="42782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98A8CC-A7DA-6DD7-A053-06373DD5FDB1}"/>
              </a:ext>
            </a:extLst>
          </p:cNvPr>
          <p:cNvCxnSpPr/>
          <p:nvPr/>
        </p:nvCxnSpPr>
        <p:spPr>
          <a:xfrm flipH="1">
            <a:off x="5378930" y="4864378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DC2830A-D8C1-D419-7A86-A2C06A3A1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903" y="1179879"/>
            <a:ext cx="3316400" cy="502987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5FB276-2CE4-5A2A-CE81-172A8FC119B5}"/>
              </a:ext>
            </a:extLst>
          </p:cNvPr>
          <p:cNvCxnSpPr>
            <a:cxnSpLocks/>
          </p:cNvCxnSpPr>
          <p:nvPr/>
        </p:nvCxnSpPr>
        <p:spPr>
          <a:xfrm flipH="1">
            <a:off x="10223643" y="4982712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31970D-E49C-0FEF-F86F-714D2E7D7833}"/>
              </a:ext>
            </a:extLst>
          </p:cNvPr>
          <p:cNvSpPr txBox="1"/>
          <p:nvPr/>
        </p:nvSpPr>
        <p:spPr>
          <a:xfrm>
            <a:off x="2153604" y="5852581"/>
            <a:ext cx="3510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No changes necessary here</a:t>
            </a:r>
          </a:p>
        </p:txBody>
      </p:sp>
    </p:spTree>
    <p:extLst>
      <p:ext uri="{BB962C8B-B14F-4D97-AF65-F5344CB8AC3E}">
        <p14:creationId xmlns:p14="http://schemas.microsoft.com/office/powerpoint/2010/main" val="2343338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F527-8D4F-6E57-E09E-8DA660EF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2AFB-215E-1259-F34E-C16880E3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(4 of 5)</a:t>
            </a:r>
          </a:p>
        </p:txBody>
      </p:sp>
      <p:pic>
        <p:nvPicPr>
          <p:cNvPr id="6" name="Picture 5" descr="A screenshot of a device&#10;&#10;AI-generated content may be incorrect.">
            <a:extLst>
              <a:ext uri="{FF2B5EF4-FFF2-40B4-BE49-F238E27FC236}">
                <a16:creationId xmlns:a16="http://schemas.microsoft.com/office/drawing/2014/main" id="{275352B2-27C1-78E8-59B3-745A5D6C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490" y="1529118"/>
            <a:ext cx="3614296" cy="4168590"/>
          </a:xfrm>
          <a:prstGeom prst="rect">
            <a:avLst/>
          </a:prstGeom>
        </p:spPr>
      </p:pic>
      <p:pic>
        <p:nvPicPr>
          <p:cNvPr id="8" name="Picture 7" descr="A screenshot of a screen&#10;&#10;AI-generated content may be incorrect.">
            <a:extLst>
              <a:ext uri="{FF2B5EF4-FFF2-40B4-BE49-F238E27FC236}">
                <a16:creationId xmlns:a16="http://schemas.microsoft.com/office/drawing/2014/main" id="{925924CA-9C34-1AEE-A26F-1453E24C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674" y="1529117"/>
            <a:ext cx="3614297" cy="41685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EE0D7D-1B75-3D40-DB70-A0C3EEE4682C}"/>
              </a:ext>
            </a:extLst>
          </p:cNvPr>
          <p:cNvCxnSpPr/>
          <p:nvPr/>
        </p:nvCxnSpPr>
        <p:spPr>
          <a:xfrm flipH="1">
            <a:off x="13570430" y="9032968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2D3DAB-D646-B0F4-BE4C-C0DFBF7DB149}"/>
              </a:ext>
            </a:extLst>
          </p:cNvPr>
          <p:cNvCxnSpPr/>
          <p:nvPr/>
        </p:nvCxnSpPr>
        <p:spPr>
          <a:xfrm flipH="1">
            <a:off x="8807930" y="4848050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10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C28E-D402-B33B-EDB6-F26FA0A6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ADB3-0515-CE5C-279E-2CE936C7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a gait profile-based session (5 of 5)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B5B767-E90D-69A1-7F43-515CB251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7"/>
          <a:stretch>
            <a:fillRect/>
          </a:stretch>
        </p:blipFill>
        <p:spPr>
          <a:xfrm>
            <a:off x="431949" y="1247888"/>
            <a:ext cx="7772400" cy="4851698"/>
          </a:xfrm>
          <a:prstGeom prst="rect">
            <a:avLst/>
          </a:prstGeom>
        </p:spPr>
      </p:pic>
      <p:pic>
        <p:nvPicPr>
          <p:cNvPr id="1026" name="Picture 2" descr="Python Logo and symbol, meaning, history, PNG, brand">
            <a:extLst>
              <a:ext uri="{FF2B5EF4-FFF2-40B4-BE49-F238E27FC236}">
                <a16:creationId xmlns:a16="http://schemas.microsoft.com/office/drawing/2014/main" id="{CA2D9561-198F-ADD4-0B61-F20A3453B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175" y="2418679"/>
            <a:ext cx="2524460" cy="157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920628-5C6A-8E07-8FDA-ADD622F9AEC3}"/>
              </a:ext>
            </a:extLst>
          </p:cNvPr>
          <p:cNvSpPr txBox="1"/>
          <p:nvPr/>
        </p:nvSpPr>
        <p:spPr>
          <a:xfrm>
            <a:off x="8742759" y="3704078"/>
            <a:ext cx="301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Once the trial has started, you can run your Python Script.</a:t>
            </a:r>
          </a:p>
        </p:txBody>
      </p:sp>
    </p:spTree>
    <p:extLst>
      <p:ext uri="{BB962C8B-B14F-4D97-AF65-F5344CB8AC3E}">
        <p14:creationId xmlns:p14="http://schemas.microsoft.com/office/powerpoint/2010/main" val="2466803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A0A1-467F-BAC0-91AC-F72E07C6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EF64CA-126E-9DBB-87FE-4D6D8D67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data as .csv</a:t>
            </a:r>
          </a:p>
        </p:txBody>
      </p:sp>
    </p:spTree>
    <p:extLst>
      <p:ext uri="{BB962C8B-B14F-4D97-AF65-F5344CB8AC3E}">
        <p14:creationId xmlns:p14="http://schemas.microsoft.com/office/powerpoint/2010/main" val="2654238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7E1AB-3A6B-2FC8-77EA-E6256DAE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data as .csv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328347-8848-F4AF-C183-98B7048C49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7"/>
          <a:stretch>
            <a:fillRect/>
          </a:stretch>
        </p:blipFill>
        <p:spPr>
          <a:xfrm>
            <a:off x="109220" y="1443831"/>
            <a:ext cx="7182452" cy="448344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E93143-5E13-29A8-820B-64F392C5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925" y="2069022"/>
            <a:ext cx="4635855" cy="323305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102A14-3A62-CE32-DC7B-A760A8FA95D9}"/>
              </a:ext>
            </a:extLst>
          </p:cNvPr>
          <p:cNvCxnSpPr/>
          <p:nvPr/>
        </p:nvCxnSpPr>
        <p:spPr>
          <a:xfrm flipH="1">
            <a:off x="4088973" y="5414169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233C9E-9345-714B-49D8-39FA03302342}"/>
              </a:ext>
            </a:extLst>
          </p:cNvPr>
          <p:cNvCxnSpPr/>
          <p:nvPr/>
        </p:nvCxnSpPr>
        <p:spPr>
          <a:xfrm flipH="1">
            <a:off x="10522430" y="2676349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A52FA9-9C8B-05A3-8995-7EAD74D3319C}"/>
              </a:ext>
            </a:extLst>
          </p:cNvPr>
          <p:cNvCxnSpPr/>
          <p:nvPr/>
        </p:nvCxnSpPr>
        <p:spPr>
          <a:xfrm flipH="1">
            <a:off x="10124397" y="4148195"/>
            <a:ext cx="398033" cy="2366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59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206</Words>
  <Application>Microsoft Macintosh PowerPoint</Application>
  <PresentationFormat>Widescreen</PresentationFormat>
  <Paragraphs>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 Display</vt:lpstr>
      <vt:lpstr>Arial</vt:lpstr>
      <vt:lpstr>Helvetica</vt:lpstr>
      <vt:lpstr>Office Theme</vt:lpstr>
      <vt:lpstr>Setting up and using the Biomotum Spark</vt:lpstr>
      <vt:lpstr>Connect to the Biomotum Spark</vt:lpstr>
      <vt:lpstr>Connect to the Biomotum Spark</vt:lpstr>
      <vt:lpstr>Enable Scripting Control</vt:lpstr>
      <vt:lpstr>Enable “Scripting Control” to use the Python API</vt:lpstr>
      <vt:lpstr>Add a new user</vt:lpstr>
      <vt:lpstr>Add a new user (1 of 2)</vt:lpstr>
      <vt:lpstr>Add a new user (2 of 2)</vt:lpstr>
      <vt:lpstr>Starting a proportional control session</vt:lpstr>
      <vt:lpstr>Starting a gait profile-based session (1 of 4)</vt:lpstr>
      <vt:lpstr>Starting a proportional control session (2 of 4)</vt:lpstr>
      <vt:lpstr>Starting a proportional control session (3 of 4)</vt:lpstr>
      <vt:lpstr>Starting a proportional control session (4 of 4)</vt:lpstr>
      <vt:lpstr>Starting a gait profile-based session</vt:lpstr>
      <vt:lpstr>Starting a gait profile-based session (1 of 5)</vt:lpstr>
      <vt:lpstr>Starting a gait profile-based session (2 of 5)</vt:lpstr>
      <vt:lpstr>Starting a gait profile-based session (3 of 5)</vt:lpstr>
      <vt:lpstr>Starting a gait profile-based session (4 of 5)</vt:lpstr>
      <vt:lpstr>Starting a gait profile-based session (5 of 5)</vt:lpstr>
      <vt:lpstr>Saving data as .csv</vt:lpstr>
      <vt:lpstr>Saving data as .csv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Anway Pimpalkar</dc:creator>
  <cp:lastModifiedBy>Anway Pimpalkar</cp:lastModifiedBy>
  <cp:revision>22</cp:revision>
  <dcterms:created xsi:type="dcterms:W3CDTF">2025-12-09T00:50:27Z</dcterms:created>
  <dcterms:modified xsi:type="dcterms:W3CDTF">2025-12-09T03:16:48Z</dcterms:modified>
</cp:coreProperties>
</file>